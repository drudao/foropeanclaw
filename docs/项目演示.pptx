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645920"/>
            <a:ext cx="22860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浏览器历史记录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备份工具 v2.0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3.4 + Vue 3 + H2 + 微信公众号 + GitHub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71016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需求分析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224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历史记录备份 → 查询/删除/跳转/发送到公众号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76479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v2.0: 多选截图 + 微信草稿 + JUnit 测试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43684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07108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系统架构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229514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Vue 3 前端 → Spring Boot API → H2 / 微信 / GitHub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5374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SQLite → html2canvas → WeChat API → Draft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79776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完整数据流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306781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备份流 · 查询流 · 微信发送流 · 邮件流 · 推送流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346704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310128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关键技术 &amp; 测试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359816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读取 / html2canvas / WeChat / SMTP / JUnit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需求分析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71016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用户需求 (v1.0)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224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"做一个备份浏览器历史记录的程序"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76479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后端 Spring Boot → REST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00710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前端 Vue 单页面 → 查询/删除/点击跳转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249424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新增需求 (v2.0)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5374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选中列表数据 → 页面截图 → 发到公众号草稿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7797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写测试用例 + 思考流程 + PPT → 邮件发送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02209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代码提交 GitHub → 微信提醒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264408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交付物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55244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全栈代码 + JUnit 测试 + HTML PPT + 邮件 + GitHub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我的思考过程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71016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后端技术选型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224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Spring Boot 3.4 + JPA/H2 + SQLite JDBC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76479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WeChatService: token 缓存 → 上传素材 → 创建草稿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00710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JUnit 5 + Mockito: Controller/Service 分层测试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249424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前端技术选型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5374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Vue 3 + Vite + Axios + html2canvas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7797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多选/全选 + 截图捕获 + 发送到后端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58668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22092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运维流程选型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31012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SMTP 直连 QQ 邮箱 — Node.js net+tls 模块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5244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Git HTTPS + PAT → drudao/ForOpeanClaw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Maven 阿里云镜像 → 国内构建提速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系统架构图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→ 后端 → H2 / 前端 / 微信 / 邮件 / GitHub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10972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数据源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10972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17920" y="10972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展示/交付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417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" y="14173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浏览器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SQLite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141732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68880" y="1417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后端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→ Service → JPA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03120" y="1828800"/>
            <a:ext cx="3657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303520" y="1417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5F3FF"/>
          </a:solidFill>
          <a:ln w="19050">
            <a:solidFill>
              <a:srgbClr val="4F46E5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303520" y="14173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C1D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3 前端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C1D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html2canvas 多选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1828800"/>
            <a:ext cx="457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46320" y="150876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2468880" y="265176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468880" y="265176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数据库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(本地文件)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2240280"/>
            <a:ext cx="0" cy="4114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3291840" y="23317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2834640"/>
            <a:ext cx="1645920" cy="77724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9050">
            <a:solidFill>
              <a:srgbClr val="07C1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74320" y="283464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微信公众号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草稿箱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749040"/>
            <a:ext cx="1645920" cy="777240"/>
          </a:xfrm>
          <a:prstGeom prst="roundRect">
            <a:avLst>
              <a:gd name="adj" fmla="val 7059"/>
            </a:avLst>
          </a:prstGeom>
          <a:solidFill>
            <a:srgbClr val="FFF1F2"/>
          </a:solidFill>
          <a:ln w="19050">
            <a:solidFill>
              <a:srgbClr val="F43F5E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74320" y="374904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QQ 邮箱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468880" y="3749040"/>
            <a:ext cx="1645920" cy="777240"/>
          </a:xfrm>
          <a:prstGeom prst="roundRect">
            <a:avLst>
              <a:gd name="adj" fmla="val 7059"/>
            </a:avLst>
          </a:prstGeom>
          <a:solidFill>
            <a:srgbClr val="EEF2FF"/>
          </a:solidFill>
          <a:ln w="19050">
            <a:solidFill>
              <a:srgbClr val="4F46E5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68880" y="374904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12E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12E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ForOpeanClaw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68880" y="1828800"/>
            <a:ext cx="0" cy="2697480"/>
          </a:xfrm>
          <a:prstGeom prst="line">
            <a:avLst/>
          </a:prstGeom>
          <a:noFill/>
          <a:ln w="12700">
            <a:solidFill>
              <a:srgbClr val="333333"/>
            </a:solidFill>
            <a:prstDash val="dash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1737360" y="32004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WeChat / SMTP / Git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217920" y="2468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图例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88920"/>
            <a:ext cx="228600" cy="201168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37960" y="277063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108960"/>
            <a:ext cx="228600" cy="201168"/>
          </a:xfrm>
          <a:prstGeom prst="rect">
            <a:avLst/>
          </a:prstGeom>
          <a:solidFill>
            <a:srgbClr val="EFF6FF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309067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业务服务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3429000"/>
            <a:ext cx="228600" cy="201168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341071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17920" y="3749040"/>
            <a:ext cx="228600" cy="201168"/>
          </a:xfrm>
          <a:prstGeom prst="rect">
            <a:avLst/>
          </a:prstGeom>
          <a:solidFill>
            <a:srgbClr val="F5F3FF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373075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217920" y="4069080"/>
            <a:ext cx="228600" cy="201168"/>
          </a:xfrm>
          <a:prstGeom prst="rect">
            <a:avLst/>
          </a:prstGeom>
          <a:solidFill>
            <a:srgbClr val="ECFDF5"/>
          </a:solidFill>
          <a:ln w="6350">
            <a:solidFill>
              <a:srgbClr val="07C16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37960" y="405079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17920" y="4389120"/>
            <a:ext cx="228600" cy="201168"/>
          </a:xfrm>
          <a:prstGeom prst="rect">
            <a:avLst/>
          </a:prstGeom>
          <a:solidFill>
            <a:srgbClr val="FFF1F2"/>
          </a:solidFill>
          <a:ln w="6350">
            <a:solidFill>
              <a:srgbClr val="F43F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37960" y="437083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外部服务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217920" y="4709160"/>
            <a:ext cx="228600" cy="201168"/>
          </a:xfrm>
          <a:prstGeom prst="rect">
            <a:avLst/>
          </a:prstGeom>
          <a:solidFill>
            <a:srgbClr val="EEF2FF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37960" y="469087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代码仓库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完整数据流图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备份 / 查询 / 删除 / 微信发送 / 邮件 / GitHub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10972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备份流程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" y="1371600"/>
            <a:ext cx="822960" cy="50292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" y="13716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备份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097280" y="1371600"/>
            <a:ext cx="822960" cy="50292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13716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/backup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057400" y="1371600"/>
            <a:ext cx="822960" cy="50292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057400" y="13716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复制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017520" y="1371600"/>
            <a:ext cx="822960" cy="50292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017520" y="13716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977640" y="1371600"/>
            <a:ext cx="822960" cy="50292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977640" y="13716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去重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存H2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937760" y="1371600"/>
            <a:ext cx="822960" cy="50292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37760" y="13716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960120" y="16184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20240" y="16184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880360" y="16184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840480" y="16184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00600" y="16184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274320" y="20574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查询流程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37160" y="23317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37160" y="23317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输入条件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280160" y="23317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280160" y="23317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/history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423160" y="23317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423160" y="23317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查H2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566160" y="23317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566160" y="23317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709160" y="23317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09160" y="233172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表格展示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143000" y="25786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286000" y="25786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429000" y="25786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572000" y="257860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274320" y="29260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微信发送流程 (新增)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37160" y="320040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37160" y="32004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勾选行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051560" y="320040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51560" y="32004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965960" y="320040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96596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/wechat/send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2971800" y="320040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07C160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971800" y="32004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上传素材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3886200" y="320040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07C160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886200" y="32004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创建草稿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800600" y="320040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800600" y="32004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articleId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960120" y="3429000"/>
            <a:ext cx="91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874520" y="3429000"/>
            <a:ext cx="91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2880360" y="3429000"/>
            <a:ext cx="91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3794760" y="3429000"/>
            <a:ext cx="91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709160" y="3429000"/>
            <a:ext cx="91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9" name="Text 57"/>
          <p:cNvSpPr/>
          <p:nvPr/>
        </p:nvSpPr>
        <p:spPr>
          <a:xfrm>
            <a:off x="274320" y="38404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邮件 &amp; GitHub 推送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137160" y="4114800"/>
            <a:ext cx="1097280" cy="50292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137160" y="41148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脚本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 直连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371600" y="4114800"/>
            <a:ext cx="1097280" cy="502920"/>
          </a:xfrm>
          <a:prstGeom prst="roundRect">
            <a:avLst>
              <a:gd name="adj" fmla="val 7273"/>
            </a:avLst>
          </a:prstGeom>
          <a:solidFill>
            <a:srgbClr val="FFF1F2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1371600" y="41148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QQ 邮箱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带附件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3200400" y="4114800"/>
            <a:ext cx="1097280" cy="50292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3200400" y="41148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命令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HTTPS+Token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434840" y="4114800"/>
            <a:ext cx="1097280" cy="502920"/>
          </a:xfrm>
          <a:prstGeom prst="roundRect">
            <a:avLst>
              <a:gd name="adj" fmla="val 7273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25400" dist="12700" dir="16200000">
              <a:srgbClr val="000000">
                <a:alpha val="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4434840" y="411480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远程仓库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234440" y="43616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2468880" y="4361688"/>
            <a:ext cx="73152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4297680" y="4361688"/>
            <a:ext cx="137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接口设计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256032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292608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参数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说明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keyword, page, size, startDate, endDate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分页查询历史记录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43F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/api/history/{id}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删除单条记录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/api/history/backup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手动触发 Chrome 备份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/api/history/stats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获取备份总记录数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/api/history/wechat/send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imageData, selectedIds, keyword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截图→微信素材→公众号草稿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1188720" cy="228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核心后端类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HistoryController      REST API 入口，5 个端点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WeChatController         微信公众号 API 转发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HistoryService          业务逻辑层 + @Scheduled 定时备份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WeChatService           微信 token/素材/草稿管理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ChromeHistoryReader   SQLite 文件读取 + 时间戳转换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HistoryRecord           JPA 实体，映射 history_records 表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HistoryRecordRepository Spring Data JPA 自定义查询接口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关键技术实现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71016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历史记录读取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224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文件: %LOCALAPPDATA%\Google\Chrome\User Data\Default\History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76479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Chrome 运行时锁定 → 复制副本再读取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00710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时间戳: 1601-01-01 UTC 微秒 → LocalDateTime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249424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html2canvas 截图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5374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捕获 DOM 元素 → canvas → base64 → POST 到后端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7797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scale=2 高清输出，useCORS 跨域支持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58668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22092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微信公众号 API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31012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token 缓存: 2h 有效期，过期自动续期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5244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上传永久素材: /material/add_material?type=image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创建图文草稿: /draft/add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73652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037076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JUnit 5 + Mockito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32511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@WebMvcTest 测试 Controller 端点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56742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@ExtendWith(MockitoExtension) 测试 Service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9744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 &amp; GitHub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09778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smtp.qq.com:465 (SSL) + PAT Token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微信集成详解 - 前端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3 + html2canvas + 多选/全选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143000"/>
            <a:ext cx="4114800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143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 前端实现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6002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每行新增 checkbox 列 (col-cb)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856232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全选 checkbox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11226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选中行高亮 .selected 样式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3682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选中数量 &gt; 0 时显示绿色按钮: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62432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"📤 发送选中到公众号"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点击后 html2canvas 捕获表格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136392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canvas.toDataURL("image/png")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39242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{ imageData, selectedIds }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64845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显示成功/失败消息 5 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90448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成功自动清空选中状态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1143000"/>
            <a:ext cx="4114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1143000"/>
            <a:ext cx="4114800" cy="320040"/>
          </a:xfrm>
          <a:prstGeom prst="rect">
            <a:avLst/>
          </a:prstGeom>
          <a:solidFill>
            <a:srgbClr val="07C160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143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后端 WeChatService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16002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/api/history/wechat/send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0" y="1856232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 imageBase64 → byte[]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37760" y="211226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getToken(): 缓存 2h 自动续期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23682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uploadImage(): multipart/form-data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262432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/material/add_material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37760" y="28803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返回 media_id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37760" y="3136392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createDraft(): 图文草稿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37760" y="339242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/draft/add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364845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标题: 浏览器历史记录备份 - 时间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37760" y="390448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正文: 截图 + 记录表格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37760" y="416052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返回 article_id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测试结果 (v2.0)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测试类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测试方法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HistoryControllerTest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查询/关键词/删除/备份/统计/日期范围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6 用例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HistoryServiceTest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备份/去重/空数据/搜索/删除/统计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7 用例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ChromeHistoryReaderTest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文件不存在/SQLite读取/时间戳转换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3 用例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WeChatServiceTest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无效图片/不存在ID/空选中列表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3 用例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技术栈: JUnit 5 + Mockito 5 + Spring Boot Test + @WebMvcTest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3429000"/>
            <a:ext cx="1188720" cy="228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端到端验证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572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验证项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微信 API token 获取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成功 (IP白名单通过)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前端 npm install + build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67 包 0 漏洞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SMTP 邮件发送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待执行 (见Step 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推送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待执行 (见Step 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项目文件结构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browser-history-backup/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476756"/>
            <a:ext cx="768096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◦ pom.xml — Maven (Spring Boot 3.4 / H2 / SQLite)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719072"/>
            <a:ext cx="768096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◦ settings.xml — 阿里云 Maven 镜像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61388"/>
            <a:ext cx="768096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◦ src/main/java/com/example/historybackup/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20370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HistoryBackupApplication.java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44602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controller/HistoryController.java (5 端点)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68833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controller/WeChatController.java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93065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service/HistoryService.java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17296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service/WeChatService.java (微信 API)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1528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service/ChromeHistoryReader.java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model/HistoryRecord.java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89991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repository/HistoryRecordRepository.java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4142232"/>
            <a:ext cx="768096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◦ src/main/resources/application.yml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4384548"/>
            <a:ext cx="768096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◦ src/test/ (JUnit 5 + Mockito - 19 用例)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768096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◦ frontend/src/App.vue (Vue 3 + html2canvas)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4869180"/>
            <a:ext cx="768096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◦ docs/ (需求文档 + 测试报告 + 本 PPT)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&amp; 邮件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Sylvanas · 2026-07-12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71016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224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仓库: github.com/drudao/ForOpeanClaw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76479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分支: feature/history-backup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007108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内容: 后端 Java + 前端 Vue + 测试 + 文档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249424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邮件通知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5374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收件人: 908561654@qq.com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7797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附件: 项目演示.pptx + requirements-and-thoughts.md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022092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附件: test-report.md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1188720" cy="18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264408"/>
            <a:ext cx="822960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项目启动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552444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后端: mvn spring-boot:run (8080)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前端: cd frontend &amp;&amp; npm run dev (5173)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37076"/>
            <a:ext cx="7955280" cy="224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访问: http://localhost:5173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浏览器历史记录备份工具 - v2.0 - 项目演示</dc:subject>
  <dc:creator>Sylvanas</dc:creator>
  <cp:lastModifiedBy>Sylvanas</cp:lastModifiedBy>
  <cp:revision>1</cp:revision>
  <dcterms:created xsi:type="dcterms:W3CDTF">2026-07-12T02:37:32Z</dcterms:created>
  <dcterms:modified xsi:type="dcterms:W3CDTF">2026-07-12T02:37:32Z</dcterms:modified>
</cp:coreProperties>
</file>